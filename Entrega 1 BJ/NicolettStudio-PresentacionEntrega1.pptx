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Open Sans" panose="020B0606030504020204" pitchFamily="34" charset="0"/>
      <p:regular r:id="rId8"/>
      <p:bold r:id="rId9"/>
      <p:italic r:id="rId10"/>
      <p:boldItalic r:id="rId11"/>
    </p:embeddedFont>
    <p:embeddedFont>
      <p:font typeface="Playfair Display" panose="020F0502020204030204" pitchFamily="2" charset="0"/>
      <p:regular r:id="rId12"/>
    </p:embeddedFont>
    <p:embeddedFont>
      <p:font typeface="Playfair Display Bold" panose="020B0604020202020204" charset="0"/>
      <p:regular r:id="rId13"/>
    </p:embeddedFont>
    <p:embeddedFont>
      <p:font typeface="Playfair Display SC" panose="020F0502020204030204" pitchFamily="2" charset="0"/>
      <p:regular r:id="rId14"/>
    </p:embeddedFont>
    <p:embeddedFont>
      <p:font typeface="Playfair Display SC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1014" y="3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nicolette-studio.vercel.app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0"/>
            <a:ext cx="18288000" cy="19050"/>
          </a:xfrm>
          <a:prstGeom prst="line">
            <a:avLst/>
          </a:prstGeom>
          <a:ln w="171450" cap="flat">
            <a:solidFill>
              <a:srgbClr val="B76E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232389" y="471216"/>
            <a:ext cx="2281076" cy="2281076"/>
          </a:xfrm>
          <a:custGeom>
            <a:avLst/>
            <a:gdLst/>
            <a:ahLst/>
            <a:cxnLst/>
            <a:rect l="l" t="t" r="r" b="b"/>
            <a:pathLst>
              <a:path w="2281076" h="2281076">
                <a:moveTo>
                  <a:pt x="0" y="0"/>
                </a:moveTo>
                <a:lnTo>
                  <a:pt x="2281076" y="0"/>
                </a:lnTo>
                <a:lnTo>
                  <a:pt x="2281076" y="2281076"/>
                </a:lnTo>
                <a:lnTo>
                  <a:pt x="0" y="22810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9139238" y="4819967"/>
            <a:ext cx="95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4043759" y="4139531"/>
            <a:ext cx="10967641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Playfair Display SC Bold"/>
                <a:ea typeface="Playfair Display SC Bold"/>
                <a:cs typeface="Playfair Display SC Bold"/>
                <a:sym typeface="Playfair Display SC Bold"/>
              </a:rPr>
              <a:t>NicolettStudio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758336" y="5591775"/>
            <a:ext cx="1376263" cy="947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BJ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61731" y="8028689"/>
            <a:ext cx="9668669" cy="818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Benjamin Moya - José Cueto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296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 flipV="1">
            <a:off x="0" y="0"/>
            <a:ext cx="18288000" cy="19050"/>
          </a:xfrm>
          <a:prstGeom prst="line">
            <a:avLst/>
          </a:prstGeom>
          <a:ln w="171450" cap="flat">
            <a:solidFill>
              <a:srgbClr val="B76E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0"/>
            <a:ext cx="18288000" cy="19050"/>
          </a:xfrm>
          <a:prstGeom prst="line">
            <a:avLst/>
          </a:prstGeom>
          <a:ln w="171450" cap="flat">
            <a:solidFill>
              <a:srgbClr val="B76E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2301441" y="1872814"/>
            <a:ext cx="14874464" cy="7385486"/>
            <a:chOff x="0" y="0"/>
            <a:chExt cx="3917554" cy="19451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17554" cy="1945149"/>
            </a:xfrm>
            <a:custGeom>
              <a:avLst/>
              <a:gdLst/>
              <a:ahLst/>
              <a:cxnLst/>
              <a:rect l="l" t="t" r="r" b="b"/>
              <a:pathLst>
                <a:path w="3917554" h="1945149">
                  <a:moveTo>
                    <a:pt x="26545" y="0"/>
                  </a:moveTo>
                  <a:lnTo>
                    <a:pt x="3891010" y="0"/>
                  </a:lnTo>
                  <a:cubicBezTo>
                    <a:pt x="3905670" y="0"/>
                    <a:pt x="3917554" y="11884"/>
                    <a:pt x="3917554" y="26545"/>
                  </a:cubicBezTo>
                  <a:lnTo>
                    <a:pt x="3917554" y="1918604"/>
                  </a:lnTo>
                  <a:cubicBezTo>
                    <a:pt x="3917554" y="1933264"/>
                    <a:pt x="3905670" y="1945149"/>
                    <a:pt x="3891010" y="1945149"/>
                  </a:cubicBezTo>
                  <a:lnTo>
                    <a:pt x="26545" y="1945149"/>
                  </a:lnTo>
                  <a:cubicBezTo>
                    <a:pt x="11884" y="1945149"/>
                    <a:pt x="0" y="1933264"/>
                    <a:pt x="0" y="1918604"/>
                  </a:cubicBezTo>
                  <a:lnTo>
                    <a:pt x="0" y="26545"/>
                  </a:lnTo>
                  <a:cubicBezTo>
                    <a:pt x="0" y="11884"/>
                    <a:pt x="11884" y="0"/>
                    <a:pt x="26545" y="0"/>
                  </a:cubicBezTo>
                  <a:close/>
                </a:path>
              </a:pathLst>
            </a:custGeom>
            <a:ln w="38100" cap="rnd">
              <a:solidFill>
                <a:srgbClr val="B76E79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917554" cy="1983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7475" y="486590"/>
            <a:ext cx="15448431" cy="9506527"/>
            <a:chOff x="0" y="0"/>
            <a:chExt cx="4068722" cy="25037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68723" cy="2503777"/>
            </a:xfrm>
            <a:custGeom>
              <a:avLst/>
              <a:gdLst/>
              <a:ahLst/>
              <a:cxnLst/>
              <a:rect l="l" t="t" r="r" b="b"/>
              <a:pathLst>
                <a:path w="4068723" h="2503777">
                  <a:moveTo>
                    <a:pt x="0" y="0"/>
                  </a:moveTo>
                  <a:lnTo>
                    <a:pt x="4068723" y="0"/>
                  </a:lnTo>
                  <a:lnTo>
                    <a:pt x="4068723" y="2503777"/>
                  </a:lnTo>
                  <a:lnTo>
                    <a:pt x="0" y="25037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068722" cy="2541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01441" y="2110215"/>
            <a:ext cx="5560613" cy="7018335"/>
            <a:chOff x="0" y="0"/>
            <a:chExt cx="1464524" cy="18484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64523" cy="1848451"/>
            </a:xfrm>
            <a:custGeom>
              <a:avLst/>
              <a:gdLst/>
              <a:ahLst/>
              <a:cxnLst/>
              <a:rect l="l" t="t" r="r" b="b"/>
              <a:pathLst>
                <a:path w="1464523" h="1848451">
                  <a:moveTo>
                    <a:pt x="71006" y="0"/>
                  </a:moveTo>
                  <a:lnTo>
                    <a:pt x="1393517" y="0"/>
                  </a:lnTo>
                  <a:cubicBezTo>
                    <a:pt x="1412349" y="0"/>
                    <a:pt x="1430410" y="7481"/>
                    <a:pt x="1443726" y="20797"/>
                  </a:cubicBezTo>
                  <a:cubicBezTo>
                    <a:pt x="1457043" y="34113"/>
                    <a:pt x="1464523" y="52174"/>
                    <a:pt x="1464523" y="71006"/>
                  </a:cubicBezTo>
                  <a:lnTo>
                    <a:pt x="1464523" y="1777444"/>
                  </a:lnTo>
                  <a:cubicBezTo>
                    <a:pt x="1464523" y="1816660"/>
                    <a:pt x="1432733" y="1848451"/>
                    <a:pt x="1393517" y="1848451"/>
                  </a:cubicBezTo>
                  <a:lnTo>
                    <a:pt x="71006" y="1848451"/>
                  </a:lnTo>
                  <a:cubicBezTo>
                    <a:pt x="31791" y="1848451"/>
                    <a:pt x="0" y="1816660"/>
                    <a:pt x="0" y="1777444"/>
                  </a:cubicBezTo>
                  <a:lnTo>
                    <a:pt x="0" y="71006"/>
                  </a:lnTo>
                  <a:cubicBezTo>
                    <a:pt x="0" y="31791"/>
                    <a:pt x="31791" y="0"/>
                    <a:pt x="71006" y="0"/>
                  </a:cubicBezTo>
                  <a:close/>
                </a:path>
              </a:pathLst>
            </a:custGeom>
            <a:ln w="57150" cap="rnd">
              <a:solidFill>
                <a:srgbClr val="F1EAE7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64524" cy="1886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039393" y="2110215"/>
            <a:ext cx="5190169" cy="7018335"/>
            <a:chOff x="0" y="0"/>
            <a:chExt cx="1366958" cy="18484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66958" cy="1848451"/>
            </a:xfrm>
            <a:custGeom>
              <a:avLst/>
              <a:gdLst/>
              <a:ahLst/>
              <a:cxnLst/>
              <a:rect l="l" t="t" r="r" b="b"/>
              <a:pathLst>
                <a:path w="1366958" h="1848451">
                  <a:moveTo>
                    <a:pt x="76074" y="0"/>
                  </a:moveTo>
                  <a:lnTo>
                    <a:pt x="1290884" y="0"/>
                  </a:lnTo>
                  <a:cubicBezTo>
                    <a:pt x="1311060" y="0"/>
                    <a:pt x="1330410" y="8015"/>
                    <a:pt x="1344676" y="22282"/>
                  </a:cubicBezTo>
                  <a:cubicBezTo>
                    <a:pt x="1358943" y="36548"/>
                    <a:pt x="1366958" y="55898"/>
                    <a:pt x="1366958" y="76074"/>
                  </a:cubicBezTo>
                  <a:lnTo>
                    <a:pt x="1366958" y="1772376"/>
                  </a:lnTo>
                  <a:cubicBezTo>
                    <a:pt x="1366958" y="1792552"/>
                    <a:pt x="1358943" y="1811902"/>
                    <a:pt x="1344676" y="1826169"/>
                  </a:cubicBezTo>
                  <a:cubicBezTo>
                    <a:pt x="1330410" y="1840436"/>
                    <a:pt x="1311060" y="1848451"/>
                    <a:pt x="1290884" y="1848451"/>
                  </a:cubicBezTo>
                  <a:lnTo>
                    <a:pt x="76074" y="1848451"/>
                  </a:lnTo>
                  <a:cubicBezTo>
                    <a:pt x="55898" y="1848451"/>
                    <a:pt x="36548" y="1840436"/>
                    <a:pt x="22282" y="1826169"/>
                  </a:cubicBezTo>
                  <a:cubicBezTo>
                    <a:pt x="8015" y="1811902"/>
                    <a:pt x="0" y="1792552"/>
                    <a:pt x="0" y="1772376"/>
                  </a:cubicBezTo>
                  <a:lnTo>
                    <a:pt x="0" y="76074"/>
                  </a:lnTo>
                  <a:cubicBezTo>
                    <a:pt x="0" y="55898"/>
                    <a:pt x="8015" y="36548"/>
                    <a:pt x="22282" y="22282"/>
                  </a:cubicBezTo>
                  <a:cubicBezTo>
                    <a:pt x="36548" y="8015"/>
                    <a:pt x="55898" y="0"/>
                    <a:pt x="76074" y="0"/>
                  </a:cubicBezTo>
                  <a:close/>
                </a:path>
              </a:pathLst>
            </a:custGeom>
            <a:ln w="57150" cap="rnd">
              <a:solidFill>
                <a:srgbClr val="F1EAE7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366958" cy="1886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2431132" y="3170063"/>
            <a:ext cx="319388" cy="399235"/>
          </a:xfrm>
          <a:custGeom>
            <a:avLst/>
            <a:gdLst/>
            <a:ahLst/>
            <a:cxnLst/>
            <a:rect l="l" t="t" r="r" b="b"/>
            <a:pathLst>
              <a:path w="319388" h="399235">
                <a:moveTo>
                  <a:pt x="0" y="0"/>
                </a:moveTo>
                <a:lnTo>
                  <a:pt x="319388" y="0"/>
                </a:lnTo>
                <a:lnTo>
                  <a:pt x="319388" y="399234"/>
                </a:lnTo>
                <a:lnTo>
                  <a:pt x="0" y="3992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2399217" y="4174230"/>
            <a:ext cx="351303" cy="351303"/>
          </a:xfrm>
          <a:custGeom>
            <a:avLst/>
            <a:gdLst/>
            <a:ahLst/>
            <a:cxnLst/>
            <a:rect l="l" t="t" r="r" b="b"/>
            <a:pathLst>
              <a:path w="351303" h="351303">
                <a:moveTo>
                  <a:pt x="0" y="0"/>
                </a:moveTo>
                <a:lnTo>
                  <a:pt x="351303" y="0"/>
                </a:lnTo>
                <a:lnTo>
                  <a:pt x="351303" y="351303"/>
                </a:lnTo>
                <a:lnTo>
                  <a:pt x="0" y="351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Freeform 17"/>
          <p:cNvSpPr/>
          <p:nvPr/>
        </p:nvSpPr>
        <p:spPr>
          <a:xfrm>
            <a:off x="2410019" y="5227448"/>
            <a:ext cx="361614" cy="338109"/>
          </a:xfrm>
          <a:custGeom>
            <a:avLst/>
            <a:gdLst/>
            <a:ahLst/>
            <a:cxnLst/>
            <a:rect l="l" t="t" r="r" b="b"/>
            <a:pathLst>
              <a:path w="361614" h="338109">
                <a:moveTo>
                  <a:pt x="0" y="0"/>
                </a:moveTo>
                <a:lnTo>
                  <a:pt x="361614" y="0"/>
                </a:lnTo>
                <a:lnTo>
                  <a:pt x="361614" y="338109"/>
                </a:lnTo>
                <a:lnTo>
                  <a:pt x="0" y="338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18"/>
          <p:cNvSpPr/>
          <p:nvPr/>
        </p:nvSpPr>
        <p:spPr>
          <a:xfrm>
            <a:off x="2410019" y="6837429"/>
            <a:ext cx="372416" cy="327726"/>
          </a:xfrm>
          <a:custGeom>
            <a:avLst/>
            <a:gdLst/>
            <a:ahLst/>
            <a:cxnLst/>
            <a:rect l="l" t="t" r="r" b="b"/>
            <a:pathLst>
              <a:path w="372416" h="327726">
                <a:moveTo>
                  <a:pt x="0" y="0"/>
                </a:moveTo>
                <a:lnTo>
                  <a:pt x="372416" y="0"/>
                </a:lnTo>
                <a:lnTo>
                  <a:pt x="372416" y="327726"/>
                </a:lnTo>
                <a:lnTo>
                  <a:pt x="0" y="3277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9" name="Freeform 19"/>
          <p:cNvSpPr/>
          <p:nvPr/>
        </p:nvSpPr>
        <p:spPr>
          <a:xfrm>
            <a:off x="11191181" y="3003375"/>
            <a:ext cx="394835" cy="484460"/>
          </a:xfrm>
          <a:custGeom>
            <a:avLst/>
            <a:gdLst/>
            <a:ahLst/>
            <a:cxnLst/>
            <a:rect l="l" t="t" r="r" b="b"/>
            <a:pathLst>
              <a:path w="394835" h="484460">
                <a:moveTo>
                  <a:pt x="0" y="0"/>
                </a:moveTo>
                <a:lnTo>
                  <a:pt x="394835" y="0"/>
                </a:lnTo>
                <a:lnTo>
                  <a:pt x="394835" y="484461"/>
                </a:lnTo>
                <a:lnTo>
                  <a:pt x="0" y="4844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0" name="Freeform 20"/>
          <p:cNvSpPr/>
          <p:nvPr/>
        </p:nvSpPr>
        <p:spPr>
          <a:xfrm>
            <a:off x="11191181" y="4744265"/>
            <a:ext cx="319388" cy="399235"/>
          </a:xfrm>
          <a:custGeom>
            <a:avLst/>
            <a:gdLst/>
            <a:ahLst/>
            <a:cxnLst/>
            <a:rect l="l" t="t" r="r" b="b"/>
            <a:pathLst>
              <a:path w="319388" h="399235">
                <a:moveTo>
                  <a:pt x="0" y="0"/>
                </a:moveTo>
                <a:lnTo>
                  <a:pt x="319388" y="0"/>
                </a:lnTo>
                <a:lnTo>
                  <a:pt x="319388" y="399235"/>
                </a:lnTo>
                <a:lnTo>
                  <a:pt x="0" y="3992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1" name="Freeform 21"/>
          <p:cNvSpPr/>
          <p:nvPr/>
        </p:nvSpPr>
        <p:spPr>
          <a:xfrm>
            <a:off x="11210175" y="6400800"/>
            <a:ext cx="375841" cy="343895"/>
          </a:xfrm>
          <a:custGeom>
            <a:avLst/>
            <a:gdLst/>
            <a:ahLst/>
            <a:cxnLst/>
            <a:rect l="l" t="t" r="r" b="b"/>
            <a:pathLst>
              <a:path w="375841" h="343895">
                <a:moveTo>
                  <a:pt x="0" y="0"/>
                </a:moveTo>
                <a:lnTo>
                  <a:pt x="375841" y="0"/>
                </a:lnTo>
                <a:lnTo>
                  <a:pt x="375841" y="343895"/>
                </a:lnTo>
                <a:lnTo>
                  <a:pt x="0" y="343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2" name="Freeform 22"/>
          <p:cNvSpPr/>
          <p:nvPr/>
        </p:nvSpPr>
        <p:spPr>
          <a:xfrm>
            <a:off x="11210175" y="7627658"/>
            <a:ext cx="389213" cy="409698"/>
          </a:xfrm>
          <a:custGeom>
            <a:avLst/>
            <a:gdLst/>
            <a:ahLst/>
            <a:cxnLst/>
            <a:rect l="l" t="t" r="r" b="b"/>
            <a:pathLst>
              <a:path w="389213" h="409698">
                <a:moveTo>
                  <a:pt x="0" y="0"/>
                </a:moveTo>
                <a:lnTo>
                  <a:pt x="389213" y="0"/>
                </a:lnTo>
                <a:lnTo>
                  <a:pt x="389213" y="409698"/>
                </a:lnTo>
                <a:lnTo>
                  <a:pt x="0" y="4096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3" name="TextBox 23"/>
          <p:cNvSpPr txBox="1"/>
          <p:nvPr/>
        </p:nvSpPr>
        <p:spPr>
          <a:xfrm>
            <a:off x="5968116" y="774911"/>
            <a:ext cx="7671684" cy="969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sz="5900" b="1" dirty="0" err="1">
                <a:solidFill>
                  <a:srgbClr val="000000"/>
                </a:solidFill>
                <a:latin typeface="Playfair Display SC Bold"/>
                <a:ea typeface="Playfair Display SC Bold"/>
                <a:cs typeface="Playfair Display SC Bold"/>
                <a:sym typeface="Playfair Display SC Bold"/>
              </a:rPr>
              <a:t>Requerimientos</a:t>
            </a:r>
            <a:endParaRPr lang="en-US" sz="5900" b="1" dirty="0">
              <a:solidFill>
                <a:srgbClr val="000000"/>
              </a:solidFill>
              <a:latin typeface="Playfair Display SC Bold"/>
              <a:ea typeface="Playfair Display SC Bold"/>
              <a:cs typeface="Playfair Display SC Bold"/>
              <a:sym typeface="Playfair Display SC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205150" y="2317063"/>
            <a:ext cx="3420048" cy="608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16"/>
              </a:lnSpc>
            </a:pPr>
            <a:r>
              <a:rPr lang="en-US" sz="3726" dirty="0" err="1">
                <a:solidFill>
                  <a:srgbClr val="000000"/>
                </a:solidFill>
                <a:latin typeface="Playfair Display SC"/>
                <a:ea typeface="Playfair Display SC"/>
                <a:cs typeface="Playfair Display SC"/>
                <a:sym typeface="Playfair Display SC"/>
              </a:rPr>
              <a:t>Funcionales</a:t>
            </a:r>
            <a:endParaRPr lang="en-US" sz="3726" dirty="0">
              <a:solidFill>
                <a:srgbClr val="000000"/>
              </a:solidFill>
              <a:latin typeface="Playfair Display SC"/>
              <a:ea typeface="Playfair Display SC"/>
              <a:cs typeface="Playfair Display SC"/>
              <a:sym typeface="Playfair Display SC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1425869" y="2310853"/>
            <a:ext cx="4538919" cy="608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16"/>
              </a:lnSpc>
            </a:pPr>
            <a:r>
              <a:rPr lang="en-US" sz="3726" dirty="0">
                <a:solidFill>
                  <a:srgbClr val="000000"/>
                </a:solidFill>
                <a:latin typeface="Playfair Display SC"/>
                <a:ea typeface="Playfair Display SC"/>
                <a:cs typeface="Playfair Display SC"/>
                <a:sym typeface="Playfair Display SC"/>
              </a:rPr>
              <a:t>No </a:t>
            </a:r>
            <a:r>
              <a:rPr lang="en-US" sz="3726" dirty="0" err="1">
                <a:solidFill>
                  <a:srgbClr val="000000"/>
                </a:solidFill>
                <a:latin typeface="Playfair Display SC"/>
                <a:ea typeface="Playfair Display SC"/>
                <a:cs typeface="Playfair Display SC"/>
                <a:sym typeface="Playfair Display SC"/>
              </a:rPr>
              <a:t>Funcionales</a:t>
            </a:r>
            <a:endParaRPr lang="en-US" sz="3726" dirty="0">
              <a:solidFill>
                <a:srgbClr val="000000"/>
              </a:solidFill>
              <a:latin typeface="Playfair Display SC"/>
              <a:ea typeface="Playfair Display SC"/>
              <a:cs typeface="Playfair Display SC"/>
              <a:sym typeface="Playfair Display SC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838342" y="3131963"/>
            <a:ext cx="4722249" cy="5323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RF-01: Control de Acceso y Roles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Inicio de sesión diferenciado.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RF-02: Agenda Operativa con Horario Flexible.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RF-03: Ficha Técnica y Bitácora Especializada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Registro del historial de visitas por clienta con formularios técnicos específicos.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RF-04: Control de Inventario y Stock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Registro centralizado de productos y descuento de existencias según los insumos consumidos en cada servicio realizado.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690643" y="2965275"/>
            <a:ext cx="4255096" cy="565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RNF-01: Seguridad en Base de Datos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(Firebase Rules)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Acceso a Cloud Firestore restringido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por roles autenticados.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RNF-02: Portabilidad y Diseño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Responsivo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Interfaz optimizada para teléfonos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móviles 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RNF-03: Rendimiento y Usabilidad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Rendimiento superior a 85 en Google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Lighthouse.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RNF-04: Identidad Visual Corporativa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Diseño basado estrictamente en la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paleta corporativa del salón.</a:t>
            </a:r>
          </a:p>
        </p:txBody>
      </p:sp>
      <p:sp>
        <p:nvSpPr>
          <p:cNvPr id="28" name="AutoShape 28"/>
          <p:cNvSpPr/>
          <p:nvPr/>
        </p:nvSpPr>
        <p:spPr>
          <a:xfrm>
            <a:off x="8674625" y="1829951"/>
            <a:ext cx="1368308" cy="0"/>
          </a:xfrm>
          <a:prstGeom prst="line">
            <a:avLst/>
          </a:prstGeom>
          <a:ln w="47625" cap="flat">
            <a:solidFill>
              <a:srgbClr val="B76E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0"/>
            <a:ext cx="18288000" cy="19050"/>
          </a:xfrm>
          <a:prstGeom prst="line">
            <a:avLst/>
          </a:prstGeom>
          <a:ln w="171450" cap="flat">
            <a:solidFill>
              <a:srgbClr val="B76E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5874544" y="4157659"/>
            <a:ext cx="7536656" cy="1781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699"/>
              </a:lnSpc>
            </a:pPr>
            <a:r>
              <a:rPr lang="en-US" sz="10499" b="1" u="sng" dirty="0">
                <a:solidFill>
                  <a:srgbClr val="000000"/>
                </a:solidFill>
                <a:latin typeface="Playfair Display SC Bold"/>
                <a:ea typeface="Playfair Display SC Bold"/>
                <a:cs typeface="Playfair Display SC Bold"/>
                <a:sym typeface="Playfair Display SC Bold"/>
                <a:hlinkClick r:id="rId2" tooltip="https://nicolette-studio.vercel.app"/>
              </a:rPr>
              <a:t>Mockups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43771" y="4157659"/>
            <a:ext cx="11600458" cy="1781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99"/>
              </a:lnSpc>
            </a:pPr>
            <a:r>
              <a:rPr lang="en-US" sz="10499" b="1">
                <a:solidFill>
                  <a:srgbClr val="000000"/>
                </a:solidFill>
                <a:latin typeface="Playfair Display SC Bold"/>
                <a:ea typeface="Playfair Display SC Bold"/>
                <a:cs typeface="Playfair Display SC Bold"/>
                <a:sym typeface="Playfair Display SC Bold"/>
              </a:rPr>
              <a:t>Muchas 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Microsoft Office PowerPoint</Application>
  <PresentationFormat>Personalizado</PresentationFormat>
  <Paragraphs>35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Playfair Display Bold</vt:lpstr>
      <vt:lpstr>Arial</vt:lpstr>
      <vt:lpstr>Playfair Display SC</vt:lpstr>
      <vt:lpstr>Playfair Display</vt:lpstr>
      <vt:lpstr>Open Sans</vt:lpstr>
      <vt:lpstr>Playfair Display SC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NicolettStudio-PresentacionEntrega1</dc:title>
  <cp:lastModifiedBy>jose cueto</cp:lastModifiedBy>
  <cp:revision>2</cp:revision>
  <dcterms:created xsi:type="dcterms:W3CDTF">2006-08-16T00:00:00Z</dcterms:created>
  <dcterms:modified xsi:type="dcterms:W3CDTF">2026-09-23T21:17:16Z</dcterms:modified>
  <dc:identifier>DAHUp4EU4Lw</dc:identifier>
</cp:coreProperties>
</file>